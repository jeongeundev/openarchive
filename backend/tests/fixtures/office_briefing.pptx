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5" name="Shape 15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첫 슬라이드 발표자 노트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1" name="Shape 16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둘째 슬라이드 노트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b="1" sz="3420"/>
            </a:lvl1pPr>
          </a:lstStyle>
          <a:p>
            <a:pPr/>
            <a:r>
              <a:t>저자 및 날짜</a:t>
            </a:r>
          </a:p>
        </p:txBody>
      </p:sp>
      <p:sp>
        <p:nvSpPr>
          <p:cNvPr id="12" name="프레젠테이션 제목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프레젠테이션 제목</a:t>
            </a:r>
          </a:p>
        </p:txBody>
      </p:sp>
      <p:sp>
        <p:nvSpPr>
          <p:cNvPr id="13" name="본문 첫 번째 줄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프레젠테이션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아보카도와 라임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프레젠테이션 제목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프레젠테이션 제목</a:t>
            </a:r>
          </a:p>
        </p:txBody>
      </p:sp>
      <p:sp>
        <p:nvSpPr>
          <p:cNvPr id="23" name="저자 및 날짜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b="1" sz="3420"/>
            </a:lvl1pPr>
          </a:lstStyle>
          <a:p>
            <a:pPr/>
            <a:r>
              <a:t>저자 및 날짜</a:t>
            </a:r>
          </a:p>
        </p:txBody>
      </p:sp>
      <p:sp>
        <p:nvSpPr>
          <p:cNvPr id="24" name="본문 첫 번째 줄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프레젠테이션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연어 어묵, 샐러드, 후무스가 든 그릇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슬라이드 제목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슬라이드 제목</a:t>
            </a:r>
          </a:p>
        </p:txBody>
      </p:sp>
      <p:sp>
        <p:nvSpPr>
          <p:cNvPr id="34" name="본문 첫 번째 줄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슬라이드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슬라이드 번호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제목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43" name="슬라이드 부제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슬라이드 부제</a:t>
            </a:r>
          </a:p>
        </p:txBody>
      </p:sp>
      <p:sp>
        <p:nvSpPr>
          <p:cNvPr id="44" name="본문 첫 번째 줄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슬라이드 부제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슬라이드 부제</a:t>
            </a:r>
          </a:p>
        </p:txBody>
      </p:sp>
      <p:sp>
        <p:nvSpPr>
          <p:cNvPr id="61" name="본문 첫 번째 줄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파슬리 버터, 구운 헤이즐넛, 파르메산 치즈를 올린 파파르델레 파스타 그릇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슬라이드 제목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6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섹션 제목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섹션 제목</a:t>
            </a:r>
          </a:p>
        </p:txBody>
      </p:sp>
      <p:sp>
        <p:nvSpPr>
          <p:cNvPr id="72" name="슬라이드 번호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슬라이드 제목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80" name="슬라이드 부제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슬라이드 부제</a:t>
            </a:r>
          </a:p>
        </p:txBody>
      </p:sp>
      <p:sp>
        <p:nvSpPr>
          <p:cNvPr id="8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의제 제목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의제 제목</a:t>
            </a:r>
          </a:p>
        </p:txBody>
      </p:sp>
      <p:sp>
        <p:nvSpPr>
          <p:cNvPr id="89" name="의제 부제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의제 부제</a:t>
            </a:r>
          </a:p>
        </p:txBody>
      </p:sp>
      <p:sp>
        <p:nvSpPr>
          <p:cNvPr id="90" name="본문 첫 번째 줄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의제 주제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본문 첫 번째 줄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내역서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본문 첫 번째 줄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사실 정보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사실 정보</a:t>
            </a:r>
          </a:p>
        </p:txBody>
      </p:sp>
      <p:sp>
        <p:nvSpPr>
          <p:cNvPr id="10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속성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속성</a:t>
            </a:r>
          </a:p>
        </p:txBody>
      </p:sp>
      <p:sp>
        <p:nvSpPr>
          <p:cNvPr id="116" name="본문 첫 번째 줄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“멋진 인용구”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볶음밥과 삶은 계란을 넣은 샐러드 그릇과 젓가락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연어 어묵, 샐러드, 후무스가 든 그릇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파슬리 버터, 구운 헤이즐넛, 파르메산 치즈를 올린 파파르델레 파스타 그릇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볶음밥과 삶은 계란을 넣은 샐러드 그릇과 젓가락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슬라이드 제목</a:t>
            </a:r>
          </a:p>
        </p:txBody>
      </p:sp>
      <p:sp>
        <p:nvSpPr>
          <p:cNvPr id="3" name="본문 첫 번째 줄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저자 및 날짜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2" name="2차 평가 준비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2차 평가 준비</a:t>
            </a:r>
          </a:p>
        </p:txBody>
      </p:sp>
      <p:sp>
        <p:nvSpPr>
          <p:cNvPr id="153" name="HA 실증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HA 실증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형식 확장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pc="-164" sz="8245"/>
            </a:lvl1pPr>
          </a:lstStyle>
          <a:p>
            <a:pPr/>
            <a:r>
              <a:t>형식 확장</a:t>
            </a:r>
          </a:p>
        </p:txBody>
      </p:sp>
      <p:sp>
        <p:nvSpPr>
          <p:cNvPr id="158" name="슬라이드 부제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9" name="한글 문서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한글 문서</a:t>
            </a:r>
          </a:p>
          <a:p>
            <a:pPr/>
            <a:r>
              <a:t>오피스 문서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