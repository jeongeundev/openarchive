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n_tax_p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4614030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